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FOLLETO ITINERARIO FAMILIAR – VALENCIA 19 y 20 de DICIEMBRE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¡Primera vez en España! Un viaje emocionante para disfrutar en familia 🇪🇸</a:t>
            </a:r>
            <a:br/>
            <a:br/>
            <a:r>
              <a:rPr/>
              <a:t>Plan de Viaje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Diciembre 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DÍA 1 — JUEVES 19 DE DICIEMBRE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DÍA 1 — JUEVES 19 DE DICIEMBRE</a:t>
            </a:r>
          </a:p>
          <a:p>
            <a:pPr lvl="0" indent="0" marL="0">
              <a:buNone/>
            </a:pPr>
            <a:r>
              <a:rPr/>
              <a:t>Inicio del Viaje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🕚 11:00 – 12:30 | Centro Histórico</a:t>
            </a:r>
          </a:p>
          <a:p>
            <a:pPr lvl="0"/>
            <a:r>
              <a:rPr b="1"/>
              <a:t>Plaza del Ayuntamiento</a:t>
            </a:r>
            <a:r>
              <a:rPr/>
              <a:t> 🏛️</a:t>
            </a:r>
          </a:p>
          <a:p>
            <a:pPr lvl="0"/>
            <a:r>
              <a:rPr b="1"/>
              <a:t>Plaza Redonda</a:t>
            </a:r>
            <a:r>
              <a:rPr/>
              <a:t> 🎨</a:t>
            </a:r>
          </a:p>
          <a:p>
            <a:pPr lvl="0"/>
            <a:r>
              <a:rPr b="1"/>
              <a:t>Mercado Central</a:t>
            </a:r>
            <a:r>
              <a:rPr/>
              <a:t> 🍊</a:t>
            </a:r>
          </a:p>
          <a:p>
            <a:pPr lvl="0"/>
            <a:r>
              <a:rPr b="1"/>
              <a:t>Lonja de la Seda</a:t>
            </a:r>
            <a:r>
              <a:rPr/>
              <a:t> 🏰</a:t>
            </a:r>
          </a:p>
          <a:p>
            <a:pPr lvl="0" indent="0" marL="0">
              <a:buNone/>
            </a:pPr>
            <a:r>
              <a:rPr/>
              <a:t>Primer contacto con Valencia, ideal para fotos y conocer la arquitectura típica.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🍽️ 12:30 – 14:00 | Tapeo Tradicional Español</a:t>
            </a:r>
          </a:p>
          <a:p>
            <a:pPr lvl="0"/>
            <a:r>
              <a:rPr/>
              <a:t>Casa Baldo</a:t>
            </a:r>
          </a:p>
          <a:p>
            <a:pPr lvl="0"/>
            <a:r>
              <a:rPr/>
              <a:t>Boatella Tapas</a:t>
            </a:r>
          </a:p>
          <a:p>
            <a:pPr lvl="0"/>
            <a:r>
              <a:rPr/>
              <a:t>Taberna El Clavo</a:t>
            </a:r>
          </a:p>
          <a:p>
            <a:pPr lvl="0"/>
            <a:r>
              <a:rPr/>
              <a:t>La Estrecha</a:t>
            </a:r>
          </a:p>
          <a:p>
            <a:pPr lvl="0" indent="0" marL="0">
              <a:buNone/>
            </a:pPr>
            <a:r>
              <a:rPr/>
              <a:t>Perfecto para probar tapas auténticas y compartir platos.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🌳 15:00 – 17:00 | Paseo por Jardín del Turia</a:t>
            </a:r>
          </a:p>
          <a:p>
            <a:pPr lvl="0"/>
            <a:r>
              <a:rPr/>
              <a:t>Caminar tranquilamente</a:t>
            </a:r>
          </a:p>
          <a:p>
            <a:pPr lvl="0"/>
            <a:r>
              <a:rPr/>
              <a:t>Fotos familiares</a:t>
            </a:r>
          </a:p>
          <a:p>
            <a:pPr lvl="0"/>
            <a:r>
              <a:rPr/>
              <a:t>Disfrutar del parque urbano más largo de Europa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🏙️ 17:00 – 19:30 | Paseo y descanso hacia Mercado Colón</a:t>
            </a:r>
          </a:p>
          <a:p>
            <a:pPr lvl="0"/>
            <a:r>
              <a:rPr/>
              <a:t>Caminar por la zona</a:t>
            </a:r>
          </a:p>
          <a:p>
            <a:pPr lvl="0"/>
            <a:r>
              <a:rPr/>
              <a:t>Entrar a tiendas</a:t>
            </a:r>
          </a:p>
          <a:p>
            <a:pPr lvl="0"/>
            <a:r>
              <a:rPr/>
              <a:t>Tomar un café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🌙 19:30 – 21:30 | Cena en Mercado Colón</a:t>
            </a:r>
          </a:p>
          <a:p>
            <a:pPr lvl="0" indent="0" marL="0">
              <a:buNone/>
            </a:pPr>
            <a:r>
              <a:rPr b="1"/>
              <a:t>Opciones familiares:</a:t>
            </a:r>
          </a:p>
          <a:p>
            <a:pPr lvl="0"/>
            <a:r>
              <a:rPr/>
              <a:t>Ma Khin Café</a:t>
            </a:r>
          </a:p>
          <a:p>
            <a:pPr lvl="0"/>
            <a:r>
              <a:rPr/>
              <a:t>Habitual (Ricard Camarena)</a:t>
            </a:r>
          </a:p>
          <a:p>
            <a:pPr lvl="0"/>
            <a:r>
              <a:rPr/>
              <a:t>Puro Osmos</a:t>
            </a:r>
          </a:p>
          <a:p>
            <a:pPr lvl="0" indent="0" marL="0">
              <a:buNone/>
            </a:pPr>
            <a:r>
              <a:rPr/>
              <a:t>Ambiente navideño, perfecto para la primera visita familiar a España.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DÍA 2 — VIERNES 20 DE DICIEMBRE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🌟 DÍA 2 — VIERNES 20 DE DICIEMBRE</a:t>
            </a:r>
          </a:p>
          <a:p>
            <a:pPr lvl="0" indent="0" marL="0">
              <a:buNone/>
            </a:pPr>
            <a:r>
              <a:rPr/>
              <a:t>Segundo Día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☀️ Mañana tranquila en Onda</a:t>
            </a:r>
          </a:p>
          <a:p>
            <a:pPr lvl="0" indent="0" marL="0">
              <a:buNone/>
            </a:pPr>
            <a:r>
              <a:rPr b="1"/>
              <a:t>08:00 – 11:00 | Preparativos para el viaje a Holanda 🧳</a:t>
            </a:r>
          </a:p>
          <a:p>
            <a:pPr lvl="0"/>
            <a:r>
              <a:rPr/>
              <a:t>Maletas</a:t>
            </a:r>
          </a:p>
          <a:p>
            <a:pPr lvl="0"/>
            <a:r>
              <a:rPr/>
              <a:t>Documentos</a:t>
            </a:r>
          </a:p>
          <a:p>
            <a:pPr lvl="0"/>
            <a:r>
              <a:rPr/>
              <a:t>Billetes</a:t>
            </a:r>
          </a:p>
          <a:p>
            <a:pPr lvl="0"/>
            <a:r>
              <a:rPr/>
              <a:t>Cargar móviles</a:t>
            </a:r>
          </a:p>
          <a:p>
            <a:pPr lvl="0"/>
            <a:r>
              <a:rPr/>
              <a:t>Ropa lista para el día siguiente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🏙️ 11:00 – 13:00 | Paseo tranquilo en Castellón</a:t>
            </a:r>
          </a:p>
          <a:p>
            <a:pPr lvl="0"/>
            <a:r>
              <a:rPr b="1"/>
              <a:t>Plaza Mayor</a:t>
            </a:r>
            <a:r>
              <a:rPr/>
              <a:t> 🏛️</a:t>
            </a:r>
          </a:p>
          <a:p>
            <a:pPr lvl="0"/>
            <a:r>
              <a:rPr b="1"/>
              <a:t>Concatedral</a:t>
            </a:r>
            <a:r>
              <a:rPr/>
              <a:t> ⛪</a:t>
            </a:r>
          </a:p>
          <a:p>
            <a:pPr lvl="0"/>
            <a:r>
              <a:rPr b="1"/>
              <a:t>Parque Ribalta</a:t>
            </a:r>
            <a:r>
              <a:rPr/>
              <a:t> 🌳</a:t>
            </a:r>
          </a:p>
          <a:p>
            <a:pPr lvl="0"/>
            <a:r>
              <a:rPr b="1"/>
              <a:t>Café o chocolate con churros</a:t>
            </a:r>
            <a:r>
              <a:rPr/>
              <a:t> ☕</a:t>
            </a:r>
          </a:p>
          <a:p>
            <a:pPr lvl="0" indent="0" marL="0">
              <a:buNone/>
            </a:pPr>
            <a:r>
              <a:rPr/>
              <a:t>Un paseo relajado antes de ir a Valencia.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🚗 Traslado y Tarde en Valencia</a:t>
            </a:r>
          </a:p>
          <a:p>
            <a:pPr lvl="0"/>
            <a:r>
              <a:rPr b="1"/>
              <a:t>14:30 – 15:15 | Traslado a Valencia (Centro)</a:t>
            </a:r>
          </a:p>
          <a:p>
            <a:pPr lvl="0"/>
            <a:r>
              <a:rPr b="1"/>
              <a:t>15:30 – 17:00 | Paseo tranquilo por La Marina o Malvarrosa</a:t>
            </a:r>
            <a:r>
              <a:rPr/>
              <a:t> 🌊</a:t>
            </a:r>
          </a:p>
          <a:p>
            <a:pPr lvl="1"/>
            <a:r>
              <a:rPr/>
              <a:t>Fotos junto al mar</a:t>
            </a:r>
          </a:p>
          <a:p>
            <a:pPr lvl="1"/>
            <a:r>
              <a:rPr/>
              <a:t>Tomar algo dulce en La Más Bonita</a:t>
            </a:r>
          </a:p>
          <a:p>
            <a:pPr lvl="1"/>
            <a:r>
              <a:rPr/>
              <a:t>(O paseo por Jardín del Turia si prefieren quedarse cerca del centro.)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☕ 17:00 – 18:15 | Descanso en el centro</a:t>
            </a:r>
          </a:p>
          <a:p>
            <a:pPr lvl="0"/>
            <a:r>
              <a:rPr/>
              <a:t>Paseo por Plaza del Ayuntamiento</a:t>
            </a:r>
          </a:p>
          <a:p>
            <a:pPr lvl="0"/>
            <a:r>
              <a:rPr/>
              <a:t>Prepararse para el Candlelight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🎻 19:00 | Candlelight en el Ateneo Mercantil</a:t>
            </a:r>
          </a:p>
          <a:p>
            <a:pPr lvl="0"/>
            <a:r>
              <a:rPr/>
              <a:t>Llegar entre 18:15 y 18:30 para entrar tranquilos</a:t>
            </a:r>
          </a:p>
          <a:p>
            <a:pPr lvl="0"/>
            <a:r>
              <a:rPr/>
              <a:t>Disfrutar del espectáculo musical en un ambiente familiar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🍽️ 20:15 – 21:45 | Cena en Begîn – Cortes Valencianas</a:t>
            </a:r>
          </a:p>
          <a:p>
            <a:pPr lvl="0" indent="0" marL="0">
              <a:buNone/>
            </a:pPr>
            <a:r>
              <a:rPr b="1"/>
              <a:t>Ambiente familiar y platos deliciosos:</a:t>
            </a:r>
          </a:p>
          <a:p>
            <a:pPr lvl="0"/>
            <a:r>
              <a:rPr/>
              <a:t>Bao de shiitake</a:t>
            </a:r>
          </a:p>
          <a:p>
            <a:pPr lvl="0"/>
            <a:r>
              <a:rPr/>
              <a:t>Burgers plant-based</a:t>
            </a:r>
          </a:p>
          <a:p>
            <a:pPr lvl="0"/>
            <a:r>
              <a:rPr/>
              <a:t>Nachos</a:t>
            </a:r>
          </a:p>
          <a:p>
            <a:pPr lvl="0"/>
            <a:r>
              <a:rPr/>
              <a:t>Cheesecake vegano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🚗 22:00 | Regreso a Onda</a:t>
            </a:r>
          </a:p>
          <a:p>
            <a:pPr lvl="0"/>
            <a:r>
              <a:rPr/>
              <a:t>Todo listo para el viaje a Holanda al día siguiente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Consejos Prácticos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✅ Consejos prácticos para la familia</a:t>
            </a:r>
          </a:p>
          <a:p>
            <a:pPr lvl="0"/>
            <a:r>
              <a:rPr/>
              <a:t>Ropa cómoda y abrigada para diciembre</a:t>
            </a:r>
          </a:p>
          <a:p>
            <a:pPr lvl="0"/>
            <a:r>
              <a:rPr/>
              <a:t>Zapatos cómodos para caminar</a:t>
            </a:r>
          </a:p>
          <a:p>
            <a:pPr lvl="0"/>
            <a:r>
              <a:rPr/>
              <a:t>Cámara o móvil con batería para fotos</a:t>
            </a:r>
          </a:p>
          <a:p>
            <a:pPr lvl="0"/>
            <a:r>
              <a:rPr/>
              <a:t>Dinero en efectivo para tapas y pequeños gastos</a:t>
            </a:r>
          </a:p>
          <a:p>
            <a:pPr lvl="0"/>
            <a:r>
              <a:rPr/>
              <a:t>Disfrutar cada momento y hacer muchas fotos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FOLLETO ITINERARIO FAMILIAR – VALENCIA 19 y 20 de DICIEMBRE</dc:title>
  <dc:creator>Plan de Viaje</dc:creator>
  <cp:keywords/>
  <dcterms:created xsi:type="dcterms:W3CDTF">2025-12-10T21:12:36Z</dcterms:created>
  <dcterms:modified xsi:type="dcterms:W3CDTF">2025-12-10T21:12:36Z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Diciembre 2025</vt:lpwstr>
  </property>
  <property fmtid="{D5CDD505-2E9C-101B-9397-08002B2CF9AE}" pid="3" name="subtitle">
    <vt:lpwstr>¡Primera vez en España! Un viaje emocionante para disfrutar en familia 🇪🇸</vt:lpwstr>
  </property>
</Properties>
</file>