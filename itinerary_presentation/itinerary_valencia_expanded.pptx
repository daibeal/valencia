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FOLLETO ITINERARIO FAMILIAR – VALENCIA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19 y 20 de DICIEMBRE ✨</a:t>
            </a:r>
            <a:br/>
            <a:br/>
            <a:r>
              <a:rPr/>
              <a:t>Plan de Viaje Familiar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Diciembre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¡Bienvenidos a España! 🇪🇸</a:t>
            </a:r>
          </a:p>
          <a:p>
            <a:pPr lvl="0" indent="0" marL="0">
              <a:buNone/>
            </a:pPr>
            <a:r>
              <a:rPr/>
              <a:t>Un viaje emocionante para disfrutar en familia</a:t>
            </a:r>
          </a:p>
          <a:p>
            <a:pPr lvl="0" indent="0" marL="0">
              <a:buNone/>
            </a:pPr>
            <a:r>
              <a:rPr/>
              <a:t>Este itinerario está diseñado para aprovechar al máximo dos días mágicos en Valencia y sus alrededores, combinando cultura, gastronomía y relax antes del viaje a Holanda.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Resumen del Viaje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Resumen del Itinerario</a:t>
            </a:r>
          </a:p>
          <a:p>
            <a:pPr lvl="0"/>
            <a:r>
              <a:rPr b="1"/>
              <a:t>Día 1 (Jueves 19):</a:t>
            </a:r>
            <a:r>
              <a:rPr/>
              <a:t> Inmersión en el corazón de Valencia, tapeo histórico y cena modernista.</a:t>
            </a:r>
          </a:p>
          <a:p>
            <a:pPr lvl="0"/>
            <a:r>
              <a:rPr b="1"/>
              <a:t>Día 2 (Viernes 20):</a:t>
            </a:r>
            <a:r>
              <a:rPr/>
              <a:t> Relax en Onda y Castellón, brisa marina en Valencia y noche mágica de música.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DÍA 1: Valencia Histórica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🌟 DÍA 1 — JUEVES 19 DE DICIEMBRE</a:t>
            </a:r>
          </a:p>
          <a:p>
            <a:pPr lvl="0" indent="0" marL="0">
              <a:buNone/>
            </a:pPr>
            <a:r>
              <a:rPr/>
              <a:t>Descubriendo Valencia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🕚 11:00 – 12:30 | Joyas del Centro Histórico (I)</a:t>
            </a:r>
          </a:p>
          <a:p>
            <a:pPr lvl="0" indent="0" marL="0">
              <a:buNone/>
            </a:pPr>
            <a:r>
              <a:rPr b="1"/>
              <a:t>Plaza del Ayuntamiento 🏛️</a:t>
            </a:r>
          </a:p>
          <a:p>
            <a:pPr lvl="0"/>
            <a:r>
              <a:rPr/>
              <a:t>El corazón administrativo y festivo de la ciudad.</a:t>
            </a:r>
          </a:p>
          <a:p>
            <a:pPr lvl="0"/>
            <a:r>
              <a:rPr/>
              <a:t>Edificios majestuosos y ambiente vibrante.</a:t>
            </a:r>
          </a:p>
          <a:p>
            <a:pPr lvl="0" indent="0" marL="0">
              <a:buNone/>
            </a:pPr>
            <a:r>
              <a:rPr b="1"/>
              <a:t>Plaza Redonda 🎨</a:t>
            </a:r>
          </a:p>
          <a:p>
            <a:pPr lvl="0"/>
            <a:r>
              <a:rPr/>
              <a:t>Un rincón único por su forma circular.</a:t>
            </a:r>
          </a:p>
          <a:p>
            <a:pPr lvl="0"/>
            <a:r>
              <a:rPr/>
              <a:t>Comercios tradicionales y artesanía local.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🕚 11:00 – 12:30 | Joyas del Centro Histórico (II)</a:t>
            </a:r>
          </a:p>
          <a:p>
            <a:pPr lvl="0" indent="0" marL="0">
              <a:buNone/>
            </a:pPr>
            <a:r>
              <a:rPr b="1"/>
              <a:t>Mercado Central 🍊</a:t>
            </a:r>
          </a:p>
          <a:p>
            <a:pPr lvl="0"/>
            <a:r>
              <a:rPr/>
              <a:t>Una catedral de la gastronomía.</a:t>
            </a:r>
          </a:p>
          <a:p>
            <a:pPr lvl="0"/>
            <a:r>
              <a:rPr/>
              <a:t>Arquitectura modernista espectacular llena de luz y color.</a:t>
            </a:r>
          </a:p>
          <a:p>
            <a:pPr lvl="0" indent="0" marL="0">
              <a:buNone/>
            </a:pPr>
            <a:r>
              <a:rPr b="1"/>
              <a:t>Lonja de la Seda 🏰</a:t>
            </a:r>
          </a:p>
          <a:p>
            <a:pPr lvl="0"/>
            <a:r>
              <a:rPr/>
              <a:t>Patrimonio de la Humanidad por la UNESCO.</a:t>
            </a:r>
          </a:p>
          <a:p>
            <a:pPr lvl="0"/>
            <a:r>
              <a:rPr/>
              <a:t>Obra maestra del gótico civil valenciano.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🍽️ 12:30 – 14:00 | La Experiencia del Tapeo</a:t>
            </a:r>
          </a:p>
          <a:p>
            <a:pPr lvl="0" indent="0" marL="0">
              <a:buNone/>
            </a:pPr>
            <a:r>
              <a:rPr i="1"/>
              <a:t>Paradas obligatorias para un tapeo tradicional:</a:t>
            </a:r>
          </a:p>
          <a:p>
            <a:pPr lvl="0"/>
            <a:r>
              <a:rPr b="1"/>
              <a:t>Casa Baldo:</a:t>
            </a:r>
            <a:r>
              <a:rPr/>
              <a:t> Tradición en cada bocado.</a:t>
            </a:r>
          </a:p>
          <a:p>
            <a:pPr lvl="0"/>
            <a:r>
              <a:rPr b="1"/>
              <a:t>Boatella Tapas:</a:t>
            </a:r>
            <a:r>
              <a:rPr/>
              <a:t> Famoso por sus productos frescos frente al mercado.</a:t>
            </a:r>
          </a:p>
          <a:p>
            <a:pPr lvl="0"/>
            <a:r>
              <a:rPr b="1"/>
              <a:t>Taberna El Clavo:</a:t>
            </a:r>
            <a:r>
              <a:rPr/>
              <a:t> Autenticidad y sabor local.</a:t>
            </a:r>
          </a:p>
          <a:p>
            <a:pPr lvl="0"/>
            <a:r>
              <a:rPr b="1"/>
              <a:t>La Estrecha:</a:t>
            </a:r>
            <a:r>
              <a:rPr/>
              <a:t> Un lugar con historia y encanto (la fachada más estrecha).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🌳 15:00 – 17:00 | Pulmón Verde: Jardín del Turia</a:t>
            </a:r>
          </a:p>
          <a:p>
            <a:pPr lvl="0" indent="0" marL="0">
              <a:buNone/>
            </a:pPr>
            <a:r>
              <a:rPr/>
              <a:t>Un paseo para desconectar en el parque urbano más largo de Europa.</a:t>
            </a:r>
          </a:p>
          <a:p>
            <a:pPr lvl="0"/>
            <a:r>
              <a:rPr b="1"/>
              <a:t>Actividades:</a:t>
            </a:r>
            <a:r>
              <a:rPr/>
              <a:t> Caminar tranquilamente bajo los árboles.</a:t>
            </a:r>
          </a:p>
          <a:p>
            <a:pPr lvl="0"/>
            <a:r>
              <a:rPr b="1"/>
              <a:t>Recuerdos:</a:t>
            </a:r>
            <a:r>
              <a:rPr/>
              <a:t> El escenario perfecto para fotos familiares.</a:t>
            </a:r>
          </a:p>
          <a:p>
            <a:pPr lvl="0"/>
            <a:r>
              <a:rPr b="1"/>
              <a:t>Historia:</a:t>
            </a:r>
            <a:r>
              <a:rPr/>
              <a:t> Antiguo cauce del río convertido en jardín.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🏙️ 17:00 – 19:30 | Tarde de Compras y Paseo</a:t>
            </a:r>
          </a:p>
          <a:p>
            <a:pPr lvl="0" indent="0" marL="0">
              <a:buNone/>
            </a:pPr>
            <a:r>
              <a:rPr/>
              <a:t>Rumbo hacia la zona del Ensanche y Mercado de Colón.</a:t>
            </a:r>
          </a:p>
          <a:p>
            <a:pPr lvl="0"/>
            <a:r>
              <a:rPr/>
              <a:t>Disfrutar de la arquitectura señorial de las calles.</a:t>
            </a:r>
          </a:p>
          <a:p>
            <a:pPr lvl="0"/>
            <a:r>
              <a:rPr/>
              <a:t>Tiempo libre para entrar a tiendas y boutiques.</a:t>
            </a:r>
          </a:p>
          <a:p>
            <a:pPr lvl="0"/>
            <a:r>
              <a:rPr/>
              <a:t>Parada técnica para un café o merienda relajada.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🌙 19:30 – 21:30 | Cena en Mercado Colón</a:t>
            </a:r>
          </a:p>
          <a:p>
            <a:pPr lvl="0" indent="0" marL="0">
              <a:buNone/>
            </a:pPr>
            <a:r>
              <a:rPr/>
              <a:t>Una joya del modernismo valenciano con ambiente navideño.</a:t>
            </a:r>
          </a:p>
          <a:p>
            <a:pPr lvl="0" indent="0" marL="0">
              <a:buNone/>
            </a:pPr>
            <a:r>
              <a:rPr b="1"/>
              <a:t>Opciones Gastronómicas:</a:t>
            </a:r>
          </a:p>
          <a:p>
            <a:pPr lvl="0"/>
            <a:r>
              <a:rPr b="1"/>
              <a:t>Ma Khin Café:</a:t>
            </a:r>
            <a:r>
              <a:rPr/>
              <a:t> Fusión y sabor en un entorno elegante.</a:t>
            </a:r>
          </a:p>
          <a:p>
            <a:pPr lvl="0"/>
            <a:r>
              <a:rPr b="1"/>
              <a:t>Habitual:</a:t>
            </a:r>
            <a:r>
              <a:rPr/>
              <a:t> La propuesta mediterránea de Ricard Camarena.</a:t>
            </a:r>
          </a:p>
          <a:p>
            <a:pPr lvl="0"/>
            <a:r>
              <a:rPr b="1"/>
              <a:t>Puro Osmos:</a:t>
            </a:r>
            <a:r>
              <a:rPr/>
              <a:t> Calidad y producto.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DÍA 2: Preparativos y Cultura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🌟 DÍA 2 — VIERNES 20 DE DICIEMBRE</a:t>
            </a:r>
          </a:p>
          <a:p>
            <a:pPr lvl="0" indent="0" marL="0">
              <a:buNone/>
            </a:pPr>
            <a:r>
              <a:rPr/>
              <a:t>Preparativos y Cultura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☀️ 08:00 – 11:00 | Mañana en Onda</a:t>
            </a:r>
          </a:p>
          <a:p>
            <a:pPr lvl="0" indent="0" marL="0">
              <a:buNone/>
            </a:pPr>
            <a:r>
              <a:rPr b="1"/>
              <a:t>Objetivo: Todo listo para Holanda 🧳</a:t>
            </a:r>
          </a:p>
          <a:p>
            <a:pPr lvl="0"/>
            <a:r>
              <a:rPr/>
              <a:t>Organización de maletas y equipaje.</a:t>
            </a:r>
          </a:p>
          <a:p>
            <a:pPr lvl="0"/>
            <a:r>
              <a:rPr/>
              <a:t>Revisión de documentos (DNI/Pasaportes) y billetes.</a:t>
            </a:r>
          </a:p>
          <a:p>
            <a:pPr lvl="0"/>
            <a:r>
              <a:rPr/>
              <a:t>Cargar todos los dispositivos móviles.</a:t>
            </a:r>
          </a:p>
          <a:p>
            <a:pPr lvl="0"/>
            <a:r>
              <a:rPr/>
              <a:t>Dejar lista la ropa para el viaje del día siguiente.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🏙️ 11:00 – 13:00 | Relax en Castellón</a:t>
            </a:r>
          </a:p>
          <a:p>
            <a:pPr lvl="0" indent="0" marL="0">
              <a:buNone/>
            </a:pPr>
            <a:r>
              <a:rPr/>
              <a:t>Un paseo tranquilo antes de volver a la capital.</a:t>
            </a:r>
          </a:p>
          <a:p>
            <a:pPr lvl="0"/>
            <a:r>
              <a:rPr b="1"/>
              <a:t>Plaza Mayor:</a:t>
            </a:r>
            <a:r>
              <a:rPr/>
              <a:t> El centro neurálgico de la ciudad 🏛️.</a:t>
            </a:r>
          </a:p>
          <a:p>
            <a:pPr lvl="0"/>
            <a:r>
              <a:rPr b="1"/>
              <a:t>Concatedral de Santa María:</a:t>
            </a:r>
            <a:r>
              <a:rPr/>
              <a:t> Arquitectura gótica reconstruida ⛪.</a:t>
            </a:r>
          </a:p>
          <a:p>
            <a:pPr lvl="0"/>
            <a:r>
              <a:rPr b="1"/>
              <a:t>Parque Ribalta:</a:t>
            </a:r>
            <a:r>
              <a:rPr/>
              <a:t> Un paseo entre naturaleza 🌳.</a:t>
            </a:r>
          </a:p>
          <a:p>
            <a:pPr lvl="0"/>
            <a:r>
              <a:rPr b="1"/>
              <a:t>Pausa dulce:</a:t>
            </a:r>
            <a:r>
              <a:rPr/>
              <a:t> Chocolate con churros tradicional ☕.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🌊 15:30 – 17:00 | Brisa del Mediterráneo</a:t>
            </a:r>
          </a:p>
          <a:p>
            <a:pPr lvl="0" indent="0" marL="0">
              <a:buNone/>
            </a:pPr>
            <a:r>
              <a:rPr/>
              <a:t>Tras el traslado a Valencia (14:30), disfrutaremos del mar.</a:t>
            </a:r>
          </a:p>
          <a:p>
            <a:pPr lvl="0" indent="0" marL="0">
              <a:buNone/>
            </a:pPr>
            <a:r>
              <a:rPr b="1"/>
              <a:t>La Marina o Playa de la Malvarrosa:</a:t>
            </a:r>
          </a:p>
          <a:p>
            <a:pPr lvl="0"/>
            <a:r>
              <a:rPr/>
              <a:t>Paseo marítimo con vistas al Mediterráneo.</a:t>
            </a:r>
          </a:p>
          <a:p>
            <a:pPr lvl="0"/>
            <a:r>
              <a:rPr/>
              <a:t>Sesión de fotos junto al mar.</a:t>
            </a:r>
          </a:p>
          <a:p>
            <a:pPr lvl="0"/>
            <a:r>
              <a:rPr b="1"/>
              <a:t>La Más Bonita:</a:t>
            </a:r>
            <a:r>
              <a:rPr/>
              <a:t> Parada recomendada para tomar algo dulce en un ambiente ibicenco.</a:t>
            </a:r>
          </a:p>
          <a:p>
            <a:pPr lvl="0" indent="0" marL="0">
              <a:buNone/>
            </a:pPr>
            <a:r>
              <a:rPr i="1"/>
              <a:t>Alternativa: Volver al Jardín del Turia si se prefiere centro.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🎻 19:00 | Candlelight: Una Noche Mágica</a:t>
            </a:r>
          </a:p>
          <a:p>
            <a:pPr lvl="0" indent="0" marL="0">
              <a:buNone/>
            </a:pPr>
            <a:r>
              <a:rPr b="1"/>
              <a:t>Lugar: Ateneo Mercantil</a:t>
            </a:r>
          </a:p>
          <a:p>
            <a:pPr lvl="0"/>
            <a:r>
              <a:rPr b="1"/>
              <a:t>Horario:</a:t>
            </a:r>
            <a:r>
              <a:rPr/>
              <a:t> Llegada recomendada 18:15 – 18:30.</a:t>
            </a:r>
          </a:p>
          <a:p>
            <a:pPr lvl="0"/>
            <a:r>
              <a:rPr b="1"/>
              <a:t>Experiencia:</a:t>
            </a:r>
            <a:r>
              <a:rPr/>
              <a:t> Concierto a la luz de las velas.</a:t>
            </a:r>
          </a:p>
          <a:p>
            <a:pPr lvl="0"/>
            <a:r>
              <a:rPr b="1"/>
              <a:t>Ambiente:</a:t>
            </a:r>
            <a:r>
              <a:rPr/>
              <a:t> Íntimo, relajado y familiar, perfecto para recordar.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🍽️ 20:15 – 21:45 | Cena de Despedida</a:t>
            </a:r>
          </a:p>
          <a:p>
            <a:pPr lvl="0" indent="0" marL="0">
              <a:buNone/>
            </a:pPr>
            <a:r>
              <a:rPr b="1"/>
              <a:t>Lugar: Begîn – Cortes Valencianas</a:t>
            </a:r>
          </a:p>
          <a:p>
            <a:pPr lvl="0" indent="0" marL="0">
              <a:buNone/>
            </a:pPr>
            <a:r>
              <a:rPr/>
              <a:t>Un restaurante con decoración única y platos para todos:</a:t>
            </a:r>
          </a:p>
          <a:p>
            <a:pPr lvl="0"/>
            <a:r>
              <a:rPr/>
              <a:t>Bao de shiitake 🍄</a:t>
            </a:r>
          </a:p>
          <a:p>
            <a:pPr lvl="0"/>
            <a:r>
              <a:rPr/>
              <a:t>Burgers plant-based 🍔</a:t>
            </a:r>
          </a:p>
          <a:p>
            <a:pPr lvl="0"/>
            <a:r>
              <a:rPr/>
              <a:t>Nachos para compartir 🧀</a:t>
            </a:r>
          </a:p>
          <a:p>
            <a:pPr lvl="0"/>
            <a:r>
              <a:rPr/>
              <a:t>Cheesecake vegano 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🚗 22:00 | Regreso y Descanso</a:t>
            </a:r>
          </a:p>
          <a:p>
            <a:pPr lvl="0" indent="0" marL="0">
              <a:buNone/>
            </a:pPr>
            <a:r>
              <a:rPr/>
              <a:t>Vuelta a Onda para descansar.</a:t>
            </a:r>
          </a:p>
          <a:p>
            <a:pPr lvl="0" indent="0" marL="0">
              <a:buNone/>
            </a:pPr>
            <a:r>
              <a:rPr/>
              <a:t>Todo debe quedar listo para la aventura en Holanda al día siguiente.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Consejos Finales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✅ Tips para el Viaje</a:t>
            </a:r>
          </a:p>
          <a:p>
            <a:pPr lvl="0" indent="-342900" marL="342900">
              <a:buAutoNum type="arabicPeriod"/>
            </a:pPr>
            <a:r>
              <a:rPr b="1"/>
              <a:t>Ropa:</a:t>
            </a:r>
            <a:r>
              <a:rPr/>
              <a:t> Capas cómodas y abrigo, ¡es diciembre!</a:t>
            </a:r>
          </a:p>
          <a:p>
            <a:pPr lvl="0" indent="-342900" marL="342900">
              <a:buAutoNum type="arabicPeriod"/>
            </a:pPr>
            <a:r>
              <a:rPr b="1"/>
              <a:t>Calzado:</a:t>
            </a:r>
            <a:r>
              <a:rPr/>
              <a:t> Zapatillas cómodas, caminaremos bastante.</a:t>
            </a:r>
          </a:p>
          <a:p>
            <a:pPr lvl="0" indent="-342900" marL="342900">
              <a:buAutoNum type="arabicPeriod"/>
            </a:pPr>
            <a:r>
              <a:rPr b="1"/>
              <a:t>Tecnología:</a:t>
            </a:r>
            <a:r>
              <a:rPr/>
              <a:t> Powerbank para los móviles (muchas fotos).</a:t>
            </a:r>
          </a:p>
          <a:p>
            <a:pPr lvl="0" indent="-342900" marL="342900">
              <a:buAutoNum type="arabicPeriod"/>
            </a:pPr>
            <a:r>
              <a:rPr b="1"/>
              <a:t>Dinero:</a:t>
            </a:r>
            <a:r>
              <a:rPr/>
              <a:t> Algo de efectivo para pequeños gastos en mercadillos.</a:t>
            </a:r>
          </a:p>
          <a:p>
            <a:pPr lvl="0" indent="-342900" marL="342900">
              <a:buAutoNum type="arabicPeriod"/>
            </a:pPr>
            <a:r>
              <a:rPr b="1"/>
              <a:t>Actitud:</a:t>
            </a:r>
            <a:r>
              <a:rPr/>
              <a:t> ¡Disfrutar de cada momento en familia!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¡Buen Viaje!</a:t>
            </a:r>
          </a:p>
          <a:p>
            <a:pPr lvl="0" indent="0" marL="0">
              <a:buNone/>
            </a:pPr>
            <a:r>
              <a:rPr/>
              <a:t>¡A disfrutar de Valencia y Holanda! ✈️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FOLLETO ITINERARIO FAMILIAR – VALENCIA</dc:title>
  <dc:creator>Plan de Viaje Familiar</dc:creator>
  <cp:keywords/>
  <dcterms:created xsi:type="dcterms:W3CDTF">2025-12-10T21:44:16Z</dcterms:created>
  <dcterms:modified xsi:type="dcterms:W3CDTF">2025-12-10T21:44:16Z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Diciembre 2025</vt:lpwstr>
  </property>
  <property fmtid="{D5CDD505-2E9C-101B-9397-08002B2CF9AE}" pid="3" name="subtitle">
    <vt:lpwstr>19 y 20 de DICIEMBRE ✨</vt:lpwstr>
  </property>
</Properties>
</file>